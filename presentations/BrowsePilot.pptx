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33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8D4"/>
                </a:solidFill>
                <a:latin typeface="Segoe UI"/>
              </a:defRPr>
            </a:pPr>
            <a:r>
              <a:t>🌐 BrowsePilot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CC"/>
                </a:solidFill>
                <a:latin typeface="Segoe UI"/>
              </a:defRPr>
            </a:pPr>
            <a:r>
              <a:t>AI that browses with you, not for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Built with the GitHub Copilot SDK + Playwright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Rahul Bhatt</a:t>
            </a:r>
            <a:r>
              <a:rPr lang="en-US" dirty="0"/>
              <a:t>acharya</a:t>
            </a:r>
            <a:r>
              <a:rPr dirty="0"/>
              <a:t>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Enterprise users ask AI assistants for help navigating web portals: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BBBBCC"/>
                </a:solidFill>
                <a:latin typeface="Segoe UI"/>
              </a:defRPr>
            </a:pPr>
            <a:r>
              <a:t>"How do I create a resource group in Azure Portal?"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BBBBCC"/>
                </a:solidFill>
                <a:latin typeface="Segoe UI"/>
              </a:defRPr>
            </a:pPr>
            <a:r>
              <a:t>"Where do I assign licenses in M365 Admin Center?"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BBBBCC"/>
                </a:solidFill>
                <a:latin typeface="Segoe UI"/>
              </a:defRPr>
            </a:pPr>
            <a:r>
              <a:t>"How do I enable branch protection on GitHub?"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Segoe UI"/>
              </a:defRPr>
            </a:pPr>
            <a:r>
              <a:t>The AI gives confident step-by-step instructions — referencing buttons, menus, and layouts that no longer exist.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• IT helpdesks waste cycles on portal navigation questions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• New hires struggle with unfamiliar admin portals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• Support teams give outdated guidance — even docs lag behind UI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BrowsePilot opens a real browser on the user's desktop, reads the live DOM with Playwright, and gives grounded step-by-step instructions while visually highlighting UI elements.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BBBBCC"/>
                </a:solidFill>
                <a:latin typeface="Segoe UI"/>
              </a:defRPr>
            </a:pPr>
            <a:r>
              <a:t>🧑 You:  How do I create a new resource group in Azure Portal?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0078D4"/>
                </a:solidFill>
                <a:latin typeface="Segoe UI"/>
              </a:defRPr>
            </a:pPr>
            <a:r>
              <a:t>🤖 BrowsePilot:  Let me open Azure Portal and check the current UI...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    ⚙️  browser_navigate → portal.azure.com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    ⚙️  browser_read_page → reads live DOM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    ⚙️  browser_highlight → "Resource groups"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0078D4"/>
                </a:solidFill>
                <a:latin typeface="Segoe UI"/>
              </a:defRPr>
            </a:pPr>
            <a:r>
              <a:t>    I can see the Azure Portal. Here are the exact steps: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    1. Click "Resource groups" in the left sidebar (highlighted in red)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    2. Click the "+ Create" button in the top toolbar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    3. Fill in subscription, name, and region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    4. Click "Review + create"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Co-Pilot vs. Autonomous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39319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Autonomous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1148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BrowsePilot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User involvement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03120"/>
            <a:ext cx="393192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None — black 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411480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User watches every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228600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393192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Needs stored API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743200"/>
            <a:ext cx="411480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User logs in themselves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79"/>
            <a:ext cx="228600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Trust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383279"/>
            <a:ext cx="393192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"Trust the AI did it right"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383279"/>
            <a:ext cx="411480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User sees &amp; verifies every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59"/>
            <a:ext cx="228600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Enterprise 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023359"/>
            <a:ext cx="393192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Risky for production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023359"/>
            <a:ext cx="411480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Safe — user confirms sensitive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228600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663440"/>
            <a:ext cx="393192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Separate LLM API costs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663440"/>
            <a:ext cx="4114800" cy="54864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Uses existing Copilot subscription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228600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303520"/>
            <a:ext cx="393192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User learns nothing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303520"/>
            <a:ext cx="4114800" cy="54864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User learns the actual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743200" cy="64008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User in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↓ asks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74320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Copilot SDK Session</a:t>
            </a:r>
            <a:br/>
            <a:r>
              <a:t>src/main.py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↓ in-process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200400" cy="64008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User in Copilot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↓ asks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377440"/>
            <a:ext cx="3200400" cy="457200"/>
          </a:xfrm>
          <a:prstGeom prst="roundRect">
            <a:avLst/>
          </a:prstGeom>
          <a:solidFill>
            <a:srgbClr val="3A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Copilot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↓ tool calls via 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00400"/>
            <a:ext cx="320040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BrowsePilot MCP Server</a:t>
            </a:r>
            <a:br/>
            <a:r>
              <a:t>src/browsepilot_mcp.py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↓ Python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4572000"/>
            <a:ext cx="41148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BrowserController</a:t>
            </a:r>
            <a:br/>
            <a:r>
              <a:t>src/browser/controller.py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↓ Playwright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669280"/>
            <a:ext cx="4114800" cy="64008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Real Browser Window (Edge / Chrome)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Browser Tools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🔗 browser_navigate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📖 browser_read_page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🔍 browser_list_elements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👆 browser_click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✏️  browser_fill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📋 browser_select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🔴 browser_highlight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📸 browser_screenshot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⬅️  browser_go_back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🔗 browser_get_url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📊 report_discrepancy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Two Ways to Use BrowsePilot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CLI Mode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0078D4"/>
                </a:solidFill>
                <a:latin typeface="Segoe UI"/>
              </a:defRPr>
            </a:pPr>
            <a:r>
              <a:t>python src/main.py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Standalone terminal chat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Interactive model picker at startup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Interactive browser picker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Telemetry opt-in prompt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CC"/>
                </a:solidFill>
                <a:latin typeface="Segoe UI"/>
              </a:defRPr>
            </a:pPr>
            <a:r>
              <a:t>• Best for: quick standalone exploration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MCP Server Mode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0078D4"/>
                </a:solidFill>
                <a:latin typeface="Segoe UI"/>
              </a:defRPr>
            </a:pPr>
            <a:r>
              <a:t>@BrowsePilot in Copilot Chat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VS Code Copilot Chat or Copilot CLI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Auto-discovered via mcp.json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Edge by default (configurable)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Auto-enabled telemetry with App Insights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CC"/>
                </a:solidFill>
                <a:latin typeface="Segoe UI"/>
              </a:defRPr>
            </a:pPr>
            <a:r>
              <a:t>• Best for: integrated Copilot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🎯 DOM-Grounded Responses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Agent reads the live page before answering — never guesses from training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🔴 Visual Highlighting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3-tier fallback: CSS selector → text search → DOM TreeWalker for complex SPAs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1546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📋 Smart Dropdown Selection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Handles native &lt;select&gt;, custom JS dropdowns, ARIA roles, brute-force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31546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🔐 Persistent Login (Entra SSO)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Browser profile at ~/.browsepilot/ retains auth sessions between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📊 Discrepancy Reporting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Logs UI changes to Azure App Insights — helps teams update stale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66344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🧹 Robust Cleanup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Independent cleanup steps with timeouts; force-kills lingering Playwright processes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Enterprise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IT Helpdesks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Reduce Tier 1 portal navigation</a:t>
            </a:r>
            <a:br/>
            <a:r>
              <a:t>tickets with real-time,</a:t>
            </a:r>
            <a:br/>
            <a:r>
              <a:t>visually guided self-service.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New hires get a personal guide</a:t>
            </a:r>
            <a:br/>
            <a:r>
              <a:t>through any admin portal —</a:t>
            </a:r>
            <a:br/>
            <a:r>
              <a:t>no shadow sessions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Support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Point users to BrowsePilot</a:t>
            </a:r>
            <a:br/>
            <a:r>
              <a:t>instead of stale docs.</a:t>
            </a:r>
            <a:br/>
            <a:r>
              <a:t>It reads the current UI every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Reusable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Swap the system prompt for</a:t>
            </a:r>
            <a:br/>
            <a:r>
              <a:t>any domain: Azure, M365,</a:t>
            </a:r>
            <a:br/>
            <a:r>
              <a:t>GitHub, Salesforce, internal apps.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Discrepancy 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Powered by Azure Application Insights — opt-in, minimal, no personal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User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"How do I find</a:t>
            </a:r>
            <a:br/>
            <a:r>
              <a:t>All Services?"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AI Navigates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browser_navigate</a:t>
            </a:r>
            <a:br/>
            <a:r>
              <a:t>browser_read_page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01168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AI 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"All Services is gone.</a:t>
            </a:r>
            <a:br/>
            <a:r>
              <a:t>Replaced by search bar."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01168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AI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report_discrepancy</a:t>
            </a:r>
            <a:br/>
            <a:r>
              <a:t>→ App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01168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5. Teams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"Which URLs have the</a:t>
            </a:r>
            <a:br/>
            <a:r>
              <a:t>most discrepancies?"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What gets logged: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url  •  expected  •  actual  •  category  •  timestamp  •  model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97316"/>
                </a:solidFill>
                <a:latin typeface="Segoe UI"/>
              </a:defRPr>
            </a:pPr>
            <a:r>
              <a:t>No personal data, credentials, or page content is logged.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Safety &amp; Responsible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🔐 No Credential Handling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Agent never fills password fields or stores tokens.</a:t>
            </a:r>
            <a:br/>
            <a:r>
              <a:t>Users log in via normal browser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🚫 No Autonomous Login/Consent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Never clicks on login, consent, or MFA prompts.</a:t>
            </a:r>
            <a:br/>
            <a:r>
              <a:t>Always left to the 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👁️ Human-in-the-Loop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Browser is always visible. User can override</a:t>
            </a:r>
            <a:br/>
            <a:r>
              <a:t>or stop actions at any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📊 Optional &amp; Minimal Telemetry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Only URLs + expected vs. actual descriptions.</a:t>
            </a:r>
            <a:br/>
            <a:r>
              <a:t>No page content or personal data. Disabled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🔍 Full Transparency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Every tool call is visible in the terminal.</a:t>
            </a:r>
            <a:br/>
            <a:r>
              <a:t>User sees exactly what the AI is doing.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5303520" cy="137160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663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🛡️ No Data Exfiltration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Page content is used for reasoning only.</a:t>
            </a:r>
            <a:br/>
            <a:r>
              <a:t>Not logged, stored, or forwarded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Demo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Azure Portal — Create Resource Group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Opens Edge → navigates to portal.azure.com → reads live UI → highlights "Resource groups" → walks through each step with exact button names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GitHub — Enable Branch Protection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Navigates to repo Settings → Branches → lists actual options → highlights "Add branch protection rule" → guides through 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79"/>
            <a:ext cx="10515600" cy="109728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93191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Form Filling — State Dropdown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Finds the state dropdown → clicks to open → scrolls to "Texas" → selects it → confirms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515600" cy="109728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21207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Verifying Outdated Instructions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User asks if "All Services" still exists in Azure Portal → AI navigates, reads page, reports what replaced it → logs discrepancy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7432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Agent Runtime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280160"/>
            <a:ext cx="32004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GitHub Copilot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280160"/>
            <a:ext cx="438912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Enterprise auth built-in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74320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Browser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965960"/>
            <a:ext cx="320040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Playwright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965960"/>
            <a:ext cx="438912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Supports Edge, Chrome, Firefox, WebKit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27432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651760"/>
            <a:ext cx="32004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Azure Application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651760"/>
            <a:ext cx="438912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Discrepancy + tool execution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274320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337560"/>
            <a:ext cx="320040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FastMCP (mcp SDK)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337560"/>
            <a:ext cx="438912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Copilot Chat integration via @BrowsePilot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27432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Terminal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023360"/>
            <a:ext cx="32004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Rich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023360"/>
            <a:ext cx="438912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Clean formatting for CLI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274320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Default Browser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709160"/>
            <a:ext cx="320040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Microsoft 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709160"/>
            <a:ext cx="4389120" cy="594360"/>
          </a:xfrm>
          <a:prstGeom prst="roundRect">
            <a:avLst/>
          </a:prstGeom>
          <a:solidFill>
            <a:srgbClr val="2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Enterprise default across MCAPS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27432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394960"/>
            <a:ext cx="320040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Entra ID 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5394960"/>
            <a:ext cx="4389120" cy="594360"/>
          </a:xfrm>
          <a:prstGeom prst="round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Persistent browser profile — login once, stay 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8D4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Other browser agents replace the user.</a:t>
            </a:r>
            <a:br>
              <a:rPr dirty="0"/>
            </a:br>
            <a:r>
              <a:rPr dirty="0" err="1"/>
              <a:t>BrowsePilot</a:t>
            </a:r>
            <a:r>
              <a:rPr dirty="0"/>
              <a:t> works alongside them.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 algn="ctr">
              <a:spcBef>
                <a:spcPts val="600"/>
              </a:spcBef>
              <a:defRPr sz="1800" b="0">
                <a:solidFill>
                  <a:srgbClr val="BBBBCC"/>
                </a:solidFill>
                <a:latin typeface="Segoe UI"/>
              </a:defRPr>
            </a:pPr>
            <a:r>
              <a:rPr dirty="0"/>
              <a:t>github.com/</a:t>
            </a:r>
            <a:r>
              <a:rPr lang="en-US" dirty="0" err="1"/>
              <a:t>rahulbats</a:t>
            </a:r>
            <a:r>
              <a:rPr dirty="0"/>
              <a:t>/copilot-browse-pilot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1193</Words>
  <Application>Microsoft Office PowerPoint</Application>
  <PresentationFormat>Widescreen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Bhattacharya</cp:lastModifiedBy>
  <cp:revision>2</cp:revision>
  <dcterms:created xsi:type="dcterms:W3CDTF">2013-01-27T09:14:16Z</dcterms:created>
  <dcterms:modified xsi:type="dcterms:W3CDTF">2026-03-06T18:06:51Z</dcterms:modified>
  <cp:category/>
</cp:coreProperties>
</file>